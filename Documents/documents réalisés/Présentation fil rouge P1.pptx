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5A63"/>
    <a:srgbClr val="C9A9A6"/>
    <a:srgbClr val="242424"/>
    <a:srgbClr val="6B2F35"/>
    <a:srgbClr val="E5DED1"/>
    <a:srgbClr val="F7F2E8"/>
    <a:srgbClr val="C9A4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317" y="67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959656-2CD1-4BB1-BD68-C040F67DA43E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0FEEA-480E-4CFE-84A9-4EA8B5433F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6200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90FEEA-480E-4CFE-84A9-4EA8B5433FB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3047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9D9646-B2E5-0C0B-554B-4976D856C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A917DC0-6DE6-32FA-2B7B-64AAB8E0D4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1A6542-EBCE-7578-9C27-C5E3BC068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19A38-DD1A-4557-AC57-6232D576A7DC}" type="datetime1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32B533-4C54-7C3A-F0F5-6B652C129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Rafet ZITOUNE - Présentation Projet Fil Rouge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45AD2C-8A70-F13D-89DD-488B71349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5897-ABDE-4941-8729-45760B676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9615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1314D9-34E4-66AA-36AE-12BF543E0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B93DE7-5BCD-5C56-B6D7-76DA4E9E8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28D429-9B5E-BE57-EBF5-1213C7EE7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11D40-0883-473C-B5D1-2DD902E20860}" type="datetime1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8A5CCC-4119-F87F-0F0D-246A855C1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Rafet ZITOUNE - Présentation Projet Fil Rouge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69A81E-EEAB-E1AB-61F3-02DF76C3C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5897-ABDE-4941-8729-45760B676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2702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97BE9A-B37D-DA73-43C8-823A08C70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B57116B-19AF-9973-2CA2-0F8CF78B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24FDAE-A1CC-1AF1-4EB9-37BD83CC8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AF9F9-817B-4198-970B-EF1A07DEF6B0}" type="datetime1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6BECC1-30FC-C426-34D3-FBA086946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Rafet ZITOUNE - Présentation Projet Fil Rouge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48B4B4-6191-C899-67AB-77E75AF24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5897-ABDE-4941-8729-45760B676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2500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5E6365-6437-4DC6-B4B6-35F0D76F5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B23476-D7C2-351F-40D1-718822192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A3EECF-5D66-ABCD-6095-9A0AA6A00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C55BAB1-2337-060F-22EE-B919A50C9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37268-3F90-43BD-8AFD-D08FCE86F022}" type="datetime1">
              <a:rPr lang="fr-FR" smtClean="0"/>
              <a:t>12/10/2026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165C03-C121-35C6-5A9F-C33EEB34C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Rafet ZITOUNE - Présentation Projet Fil Rouge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0A7C76-9819-813B-925A-97B0EBF16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5897-ABDE-4941-8729-45760B676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1814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BD0207-63D3-2920-3E20-C91B07425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214A17-1981-B73F-0AB4-ECEF4D1F8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E49BA07-F516-1964-D2B1-769EE22A3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B61626B-05A6-D62B-F4B4-33BCDDA4E2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D8E0979-3522-B3BC-CD0E-7709C75C7E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2BD856F-326C-B0F9-B948-2B5B16088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D73A0-F971-45DB-A0AA-9AA933EB9A5D}" type="datetime1">
              <a:rPr lang="fr-FR" smtClean="0"/>
              <a:t>12/10/2026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5F44995-0FDF-C759-3DEC-EDAF82C4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Rafet ZITOUNE - Présentation Projet Fil Rouge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0BE934A-C7CD-7B21-F057-9A6DB3115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5897-ABDE-4941-8729-45760B676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833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7D9C4B-16AB-938A-85BA-0586CC918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38C5161-D7CF-6E39-C33E-1CF68DDCF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B5FE2-389A-41DA-A13C-B0343C0E1062}" type="datetime1">
              <a:rPr lang="fr-FR" smtClean="0"/>
              <a:t>12/10/2026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76AA41E-04B2-6104-81F7-A66597588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Rafet ZITOUNE - Présentation Projet Fil Rouge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3B56D22-0857-09E5-76C3-7C338058D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5897-ABDE-4941-8729-45760B676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0712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067224E-7F2F-7EBF-82E9-D6710F913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BE2E6-2ECD-4A7F-A9DF-056E955159F1}" type="datetime1">
              <a:rPr lang="fr-FR" smtClean="0"/>
              <a:t>12/10/2026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08C18D9-F375-E1F2-7CB8-233CF6FA0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Rafet ZITOUNE - Présentation Projet Fil Rouge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3BD5C9-C707-A176-3588-B98A5CBCA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5897-ABDE-4941-8729-45760B676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9868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EF9B13-67A6-D3B0-FF05-6A668670E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BC65F9-F888-AD25-5271-E9AF8B13B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7BB356D-7555-7B06-5EB0-6D2A2DC1E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9D36A76-0C4E-5BC5-C312-ED54A3B25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9A412-3D88-4784-B550-375921DF90A2}" type="datetime1">
              <a:rPr lang="fr-FR" smtClean="0"/>
              <a:t>12/10/2026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52DE73C-A5F0-9774-30A6-600511587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Rafet ZITOUNE - Présentation Projet Fil Rouge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06D264B-1949-498A-5080-1F762D116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5897-ABDE-4941-8729-45760B676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1879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063104-6E98-D915-37A7-355C61302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BCBE55A-ACAD-16ED-5888-4A8F38ABF54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88CC056-41BE-7EB2-1697-12BCAEEA7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8A880C3-2607-29A2-CAD8-D343436D3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38632-B260-4A32-8C05-AD902A7B9E0E}" type="datetime1">
              <a:rPr lang="fr-FR" smtClean="0"/>
              <a:t>12/10/2026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ECE2774-3BA5-7BFD-8746-974A2A130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Rafet ZITOUNE - Présentation Projet Fil Rouge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7B6107-27C2-0DE5-8DDA-CE8776B32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5897-ABDE-4941-8729-45760B676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1759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64ED21-1C16-A49E-1353-CAA761B11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4779B2F-E0F6-EE36-84BE-1FFABD24F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79721F-0823-81C4-1262-7BCFCEBA5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AF1E-A6D4-4CEF-AC41-578C9C7A0C8C}" type="datetime1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BB31FC-2435-5AD8-1841-98ABC7C1A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Rafet ZITOUNE - Présentation Projet Fil Rouge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B2D861-3E9F-E0B0-1B69-D247158EF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5897-ABDE-4941-8729-45760B676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3350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D523EE1-67F6-2360-71DC-4FAE25CD7F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9C696DF-83E9-CF8D-A884-7195F7236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B23BD9-40A4-84E8-E769-7E9CF66F8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303A4-0036-4474-8893-CEA24998FA2D}" type="datetime1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4BB393-18AD-73D9-8B0A-F9AE4B8FD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Rafet ZITOUNE - Présentation Projet Fil Rouge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1568F3-EBC1-362A-8586-F73CBE10D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5897-ABDE-4941-8729-45760B676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0617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8516176-C3F9-285C-0B96-A545F1F89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940C4B-A007-E8F8-D000-FB214B0DE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750028-EAD7-6B65-3EA9-B0BCCE3BF6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389A93-C399-43CD-91BB-21B70DA34F4E}" type="datetime1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3A43E3-3434-AA04-CA81-802A8041C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Rafet ZITOUNE - Présentation Projet Fil Rouge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6A76F-EB86-D15E-874A-F8E5F46BC7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885897-ABDE-4941-8729-45760B6765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2363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86A9AD-6E85-0809-307A-90CA2A8CDB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2890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rgbClr val="C9A45C"/>
                </a:solidFill>
                <a:latin typeface="Bodoni Moda 11pt" pitchFamily="2" charset="0"/>
              </a:rPr>
              <a:t>Conception &amp; développement d’une plateforme de recettes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A2AA22C-78A4-889B-A5C6-BC9F145926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369878"/>
            <a:ext cx="9144000" cy="1000442"/>
          </a:xfrm>
        </p:spPr>
        <p:txBody>
          <a:bodyPr/>
          <a:lstStyle/>
          <a:p>
            <a:r>
              <a:rPr lang="fr-FR" dirty="0">
                <a:solidFill>
                  <a:srgbClr val="F7F2E8"/>
                </a:solidFill>
                <a:latin typeface="Montserrat" pitchFamily="2" charset="0"/>
              </a:rPr>
              <a:t>Rafet ZITOUNE – CDA 12 </a:t>
            </a:r>
          </a:p>
          <a:p>
            <a:r>
              <a:rPr lang="fr-FR" dirty="0">
                <a:solidFill>
                  <a:srgbClr val="F7F2E8"/>
                </a:solidFill>
                <a:latin typeface="Montserrat" pitchFamily="2" charset="0"/>
              </a:rPr>
              <a:t>13 octobre 2026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98B33BC-55E1-CA80-1A26-6A8E97DC7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2952" y="487680"/>
            <a:ext cx="1915048" cy="191504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B11531F-F115-726B-FDF5-A784EB200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737588"/>
            <a:ext cx="3330280" cy="166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98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E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2C4EAC-9267-0C12-DD34-12E51479CC1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C9A9A6"/>
            </a:solidFill>
          </a:ln>
        </p:spPr>
        <p:txBody>
          <a:bodyPr/>
          <a:lstStyle/>
          <a:p>
            <a:r>
              <a:rPr lang="fr-FR" dirty="0">
                <a:solidFill>
                  <a:srgbClr val="6B2F35"/>
                </a:solidFill>
                <a:latin typeface="Bodoni Moda 11pt" pitchFamily="2" charset="0"/>
              </a:rPr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35FF23-9061-272E-26D4-0024E6E23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SzPct val="130000"/>
              <a:buBlip>
                <a:blip r:embed="rId2"/>
              </a:buBlip>
            </a:pPr>
            <a:r>
              <a:rPr lang="fr-FR" sz="2400" dirty="0">
                <a:solidFill>
                  <a:srgbClr val="465A63"/>
                </a:solidFill>
                <a:latin typeface="Montserrat" pitchFamily="2" charset="0"/>
              </a:rPr>
              <a:t> Présentation personnelle</a:t>
            </a:r>
          </a:p>
          <a:p>
            <a:pPr>
              <a:lnSpc>
                <a:spcPct val="150000"/>
              </a:lnSpc>
              <a:buSzPct val="130000"/>
              <a:buBlip>
                <a:blip r:embed="rId2"/>
              </a:buBlip>
            </a:pPr>
            <a:r>
              <a:rPr lang="fr-FR" sz="2400" dirty="0">
                <a:solidFill>
                  <a:srgbClr val="465A63"/>
                </a:solidFill>
                <a:latin typeface="Montserrat" pitchFamily="2" charset="0"/>
              </a:rPr>
              <a:t> Formation Concepteur développeur d’applications</a:t>
            </a:r>
          </a:p>
          <a:p>
            <a:pPr>
              <a:lnSpc>
                <a:spcPct val="150000"/>
              </a:lnSpc>
              <a:buSzPct val="130000"/>
              <a:buBlip>
                <a:blip r:embed="rId2"/>
              </a:buBlip>
            </a:pPr>
            <a:r>
              <a:rPr lang="fr-FR" sz="2400" dirty="0">
                <a:solidFill>
                  <a:srgbClr val="465A63"/>
                </a:solidFill>
                <a:latin typeface="Montserrat" pitchFamily="2" charset="0"/>
              </a:rPr>
              <a:t> Liste des compétences évaluées</a:t>
            </a:r>
          </a:p>
          <a:p>
            <a:pPr>
              <a:lnSpc>
                <a:spcPct val="150000"/>
              </a:lnSpc>
              <a:buSzPct val="130000"/>
              <a:buBlip>
                <a:blip r:embed="rId2"/>
              </a:buBlip>
            </a:pPr>
            <a:r>
              <a:rPr lang="fr-FR" sz="2400" dirty="0">
                <a:solidFill>
                  <a:srgbClr val="465A63"/>
                </a:solidFill>
                <a:latin typeface="Montserrat" pitchFamily="2" charset="0"/>
              </a:rPr>
              <a:t> Contexte du fil rouge</a:t>
            </a:r>
          </a:p>
          <a:p>
            <a:pPr>
              <a:buBlip>
                <a:blip r:embed="rId2"/>
              </a:buBlip>
            </a:pPr>
            <a:endParaRPr lang="fr-FR" dirty="0">
              <a:solidFill>
                <a:srgbClr val="242424"/>
              </a:solidFill>
              <a:latin typeface="Montserrat" pitchFamily="2" charset="0"/>
            </a:endParaRPr>
          </a:p>
          <a:p>
            <a:pPr marL="0" indent="0">
              <a:buNone/>
            </a:pPr>
            <a:endParaRPr lang="fr-FR" dirty="0">
              <a:solidFill>
                <a:srgbClr val="242424"/>
              </a:solidFill>
              <a:latin typeface="Montserrat" pitchFamily="2" charset="0"/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45A368-EDA9-A6C3-1868-230ED4B28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93363-F590-45AC-8E3E-DCA2078822BB}" type="datetime1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4441C1-08E1-6803-028D-33773EC12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Rafet ZITOUNE - Présentation Projet Fil Rouge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1FC564-A39B-CF93-1011-B71377E2C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5897-ABDE-4941-8729-45760B67655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3933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ED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FB585C-7F87-FE3E-E233-5D66BB27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8C2A8E-C0C2-F2C4-E19B-6915D1BC44B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C9A9A6"/>
            </a:solidFill>
          </a:ln>
        </p:spPr>
        <p:txBody>
          <a:bodyPr/>
          <a:lstStyle/>
          <a:p>
            <a:r>
              <a:rPr lang="fr-FR" dirty="0">
                <a:solidFill>
                  <a:srgbClr val="465A63"/>
                </a:solidFill>
                <a:latin typeface="Bodoni Moda 11pt" pitchFamily="2" charset="0"/>
              </a:rPr>
              <a:t>Présentation personnelle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AC9698-9C1B-6010-E77B-5878F78A2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SzPct val="130000"/>
              <a:buBlip>
                <a:blip r:embed="rId2"/>
              </a:buBlip>
            </a:pPr>
            <a:r>
              <a:rPr lang="fr-FR" sz="2400" dirty="0">
                <a:solidFill>
                  <a:srgbClr val="242424"/>
                </a:solidFill>
                <a:latin typeface="Montserrat" pitchFamily="2" charset="0"/>
              </a:rPr>
              <a:t> Rafet ZITOUNE – 34 ans </a:t>
            </a:r>
          </a:p>
          <a:p>
            <a:pPr>
              <a:lnSpc>
                <a:spcPct val="150000"/>
              </a:lnSpc>
              <a:buSzPct val="130000"/>
              <a:buBlip>
                <a:blip r:embed="rId2"/>
              </a:buBlip>
            </a:pPr>
            <a:r>
              <a:rPr lang="fr-FR" sz="2400" dirty="0">
                <a:solidFill>
                  <a:srgbClr val="242424"/>
                </a:solidFill>
                <a:latin typeface="Montserrat" pitchFamily="2" charset="0"/>
              </a:rPr>
              <a:t> Villeneuve d’Ascq (près de Lille)</a:t>
            </a:r>
          </a:p>
          <a:p>
            <a:pPr>
              <a:lnSpc>
                <a:spcPct val="150000"/>
              </a:lnSpc>
              <a:buSzPct val="130000"/>
              <a:buBlip>
                <a:blip r:embed="rId2"/>
              </a:buBlip>
            </a:pPr>
            <a:r>
              <a:rPr lang="fr-FR" sz="2400" dirty="0">
                <a:solidFill>
                  <a:srgbClr val="242424"/>
                </a:solidFill>
                <a:latin typeface="Montserrat" pitchFamily="2" charset="0"/>
              </a:rPr>
              <a:t> Solide expérience en logistique </a:t>
            </a:r>
          </a:p>
          <a:p>
            <a:pPr>
              <a:lnSpc>
                <a:spcPct val="150000"/>
              </a:lnSpc>
              <a:buSzPct val="130000"/>
              <a:buBlip>
                <a:blip r:embed="rId2"/>
              </a:buBlip>
            </a:pPr>
            <a:r>
              <a:rPr lang="fr-FR" sz="2400" dirty="0">
                <a:solidFill>
                  <a:srgbClr val="242424"/>
                </a:solidFill>
                <a:latin typeface="Montserrat" pitchFamily="2" charset="0"/>
              </a:rPr>
              <a:t> Bilan de compétences en 2023 qui m’a conduit dans les métiers du développement informatique</a:t>
            </a:r>
          </a:p>
          <a:p>
            <a:pPr>
              <a:lnSpc>
                <a:spcPct val="150000"/>
              </a:lnSpc>
              <a:buSzPct val="130000"/>
              <a:buBlip>
                <a:blip r:embed="rId2"/>
              </a:buBlip>
            </a:pPr>
            <a:r>
              <a:rPr lang="fr-FR" sz="2400" dirty="0">
                <a:solidFill>
                  <a:srgbClr val="242424"/>
                </a:solidFill>
                <a:latin typeface="Montserrat" pitchFamily="2" charset="0"/>
              </a:rPr>
              <a:t> Depuis décembre 2025 : PMN + CDA au sein de l’AMIO</a:t>
            </a:r>
          </a:p>
          <a:p>
            <a:pPr marL="0" indent="0">
              <a:buNone/>
            </a:pPr>
            <a:endParaRPr lang="fr-FR" dirty="0">
              <a:solidFill>
                <a:srgbClr val="242424"/>
              </a:solidFill>
              <a:latin typeface="Montserrat" pitchFamily="2" charset="0"/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05465B-08E7-27FD-5692-C62C0EE24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93363-F590-45AC-8E3E-DCA2078822BB}" type="datetime1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2DF21B-ED42-2CE3-394A-B9DAC5503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Rafet ZITOUNE - Présentation Projet Fil Rouge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E631A4-B838-1D5E-9042-37326236E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5897-ABDE-4941-8729-45760B67655B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5751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ED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E43468-59A7-EE88-3EC3-46D9A3A93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164696-41DB-D0DA-36AF-83DBA127AA9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C9A9A6"/>
            </a:solidFill>
          </a:ln>
        </p:spPr>
        <p:txBody>
          <a:bodyPr/>
          <a:lstStyle/>
          <a:p>
            <a:r>
              <a:rPr lang="fr-FR" dirty="0">
                <a:solidFill>
                  <a:srgbClr val="465A63"/>
                </a:solidFill>
                <a:latin typeface="Bodoni Moda 11pt" pitchFamily="2" charset="0"/>
              </a:rPr>
              <a:t>Formation Concepteur développeur d’applications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90F703-B0DD-D76F-F877-B1F1D3EED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SzPct val="130000"/>
              <a:buBlip>
                <a:blip r:embed="rId2"/>
              </a:buBlip>
            </a:pPr>
            <a:r>
              <a:rPr lang="fr-FR" dirty="0">
                <a:solidFill>
                  <a:srgbClr val="242424"/>
                </a:solidFill>
                <a:latin typeface="Montserrat" pitchFamily="2" charset="0"/>
              </a:rPr>
              <a:t> </a:t>
            </a:r>
            <a:r>
              <a:rPr lang="fr-FR" sz="2400" dirty="0">
                <a:solidFill>
                  <a:srgbClr val="242424"/>
                </a:solidFill>
                <a:latin typeface="Montserrat" pitchFamily="2" charset="0"/>
              </a:rPr>
              <a:t>Formation en cours depuis mars 2026</a:t>
            </a:r>
          </a:p>
          <a:p>
            <a:pPr>
              <a:lnSpc>
                <a:spcPct val="150000"/>
              </a:lnSpc>
              <a:buSzPct val="130000"/>
              <a:buBlip>
                <a:blip r:embed="rId2"/>
              </a:buBlip>
            </a:pPr>
            <a:r>
              <a:rPr lang="fr-FR" dirty="0">
                <a:solidFill>
                  <a:srgbClr val="242424"/>
                </a:solidFill>
                <a:latin typeface="Montserrat" pitchFamily="2" charset="0"/>
              </a:rPr>
              <a:t> </a:t>
            </a:r>
            <a:r>
              <a:rPr lang="fr-FR" sz="2400" dirty="0">
                <a:solidFill>
                  <a:srgbClr val="242424"/>
                </a:solidFill>
                <a:latin typeface="Montserrat" pitchFamily="2" charset="0"/>
              </a:rPr>
              <a:t>Titre professionnel de niveau II structuré en 3 activités </a:t>
            </a:r>
          </a:p>
          <a:p>
            <a:pPr lvl="1">
              <a:lnSpc>
                <a:spcPct val="150000"/>
              </a:lnSpc>
              <a:buSzPct val="130000"/>
              <a:buBlip>
                <a:blip r:embed="rId2"/>
              </a:buBlip>
            </a:pPr>
            <a:r>
              <a:rPr lang="fr-FR" sz="2000" dirty="0">
                <a:solidFill>
                  <a:srgbClr val="242424"/>
                </a:solidFill>
                <a:latin typeface="Montserrat" pitchFamily="2" charset="0"/>
              </a:rPr>
              <a:t> Développer une application</a:t>
            </a:r>
          </a:p>
          <a:p>
            <a:pPr lvl="1">
              <a:lnSpc>
                <a:spcPct val="150000"/>
              </a:lnSpc>
              <a:buSzPct val="130000"/>
              <a:buBlip>
                <a:blip r:embed="rId2"/>
              </a:buBlip>
            </a:pPr>
            <a:r>
              <a:rPr lang="fr-FR" sz="2000" dirty="0">
                <a:solidFill>
                  <a:srgbClr val="242424"/>
                </a:solidFill>
                <a:latin typeface="Montserrat" pitchFamily="2" charset="0"/>
              </a:rPr>
              <a:t> Concevoir et développer une application organisée en couches</a:t>
            </a:r>
          </a:p>
          <a:p>
            <a:pPr lvl="1">
              <a:lnSpc>
                <a:spcPct val="150000"/>
              </a:lnSpc>
              <a:buSzPct val="130000"/>
              <a:buBlip>
                <a:blip r:embed="rId2"/>
              </a:buBlip>
            </a:pPr>
            <a:r>
              <a:rPr lang="fr-FR" sz="2000" dirty="0">
                <a:solidFill>
                  <a:srgbClr val="242424"/>
                </a:solidFill>
                <a:latin typeface="Montserrat" pitchFamily="2" charset="0"/>
              </a:rPr>
              <a:t> Préparer le déploiement d’une application</a:t>
            </a:r>
          </a:p>
          <a:p>
            <a:pPr>
              <a:lnSpc>
                <a:spcPct val="150000"/>
              </a:lnSpc>
              <a:buSzPct val="130000"/>
              <a:buBlip>
                <a:blip r:embed="rId2"/>
              </a:buBlip>
            </a:pPr>
            <a:r>
              <a:rPr lang="fr-FR" sz="2400" dirty="0">
                <a:solidFill>
                  <a:srgbClr val="242424"/>
                </a:solidFill>
                <a:latin typeface="Montserrat" pitchFamily="2" charset="0"/>
              </a:rPr>
              <a:t> Parcours de formations sur 73 semaines dont 12 en PAE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7FAD5F-0851-9321-6C9F-69227731E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93363-F590-45AC-8E3E-DCA2078822BB}" type="datetime1">
              <a:rPr lang="fr-FR" smtClean="0"/>
              <a:t>12/10/2026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730D19-C80B-3517-322A-BC2D1DB36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Rafet ZITOUNE - Présentation Projet Fil Rouge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3D5937-8279-4D79-44C8-0D94E0ADF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5897-ABDE-4941-8729-45760B67655B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838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ED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C06B8-7D34-00B3-7D4B-CEB6193A8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18D43A-C3AC-B296-760A-2C556B25893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C9A9A6"/>
            </a:solidFill>
          </a:ln>
        </p:spPr>
        <p:txBody>
          <a:bodyPr/>
          <a:lstStyle/>
          <a:p>
            <a:r>
              <a:rPr lang="fr-FR" dirty="0">
                <a:solidFill>
                  <a:srgbClr val="465A63"/>
                </a:solidFill>
                <a:latin typeface="Bodoni Moda 11pt" pitchFamily="2" charset="0"/>
              </a:rPr>
              <a:t>Liste des compétences évaluées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7757D0-3B85-0B05-CCBB-E5A7AAEBA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  <a:buSzPct val="130000"/>
              <a:buBlip>
                <a:blip r:embed="rId2"/>
              </a:buBlip>
            </a:pPr>
            <a:r>
              <a:rPr lang="fr-FR" dirty="0">
                <a:solidFill>
                  <a:srgbClr val="242424"/>
                </a:solidFill>
                <a:latin typeface="Montserrat" pitchFamily="2" charset="0"/>
              </a:rPr>
              <a:t> Installer et configurer son environnement de travail en fonction du projet</a:t>
            </a:r>
          </a:p>
          <a:p>
            <a:pPr>
              <a:lnSpc>
                <a:spcPct val="150000"/>
              </a:lnSpc>
              <a:buSzPct val="130000"/>
              <a:buBlip>
                <a:blip r:embed="rId2"/>
              </a:buBlip>
            </a:pPr>
            <a:r>
              <a:rPr lang="fr-FR" dirty="0">
                <a:solidFill>
                  <a:srgbClr val="242424"/>
                </a:solidFill>
                <a:latin typeface="Montserrat" pitchFamily="2" charset="0"/>
              </a:rPr>
              <a:t>Développer des interfaces utilisateur</a:t>
            </a:r>
          </a:p>
          <a:p>
            <a:pPr>
              <a:lnSpc>
                <a:spcPct val="150000"/>
              </a:lnSpc>
              <a:buSzPct val="130000"/>
              <a:buBlip>
                <a:blip r:embed="rId2"/>
              </a:buBlip>
            </a:pPr>
            <a:r>
              <a:rPr lang="fr-FR" dirty="0">
                <a:solidFill>
                  <a:srgbClr val="242424"/>
                </a:solidFill>
                <a:latin typeface="Montserrat" pitchFamily="2" charset="0"/>
              </a:rPr>
              <a:t>Développer des composants métier</a:t>
            </a:r>
          </a:p>
          <a:p>
            <a:pPr>
              <a:lnSpc>
                <a:spcPct val="150000"/>
              </a:lnSpc>
              <a:buSzPct val="130000"/>
              <a:buBlip>
                <a:blip r:embed="rId2"/>
              </a:buBlip>
            </a:pPr>
            <a:r>
              <a:rPr lang="fr-FR" dirty="0">
                <a:solidFill>
                  <a:srgbClr val="242424"/>
                </a:solidFill>
                <a:latin typeface="Montserrat" pitchFamily="2" charset="0"/>
              </a:rPr>
              <a:t>Contribuer à la gestion d’un projet informatique</a:t>
            </a:r>
          </a:p>
          <a:p>
            <a:pPr>
              <a:lnSpc>
                <a:spcPct val="150000"/>
              </a:lnSpc>
              <a:buSzPct val="130000"/>
              <a:buBlip>
                <a:blip r:embed="rId2"/>
              </a:buBlip>
            </a:pPr>
            <a:r>
              <a:rPr lang="fr-FR" dirty="0">
                <a:solidFill>
                  <a:srgbClr val="242424"/>
                </a:solidFill>
                <a:latin typeface="Montserrat" pitchFamily="2" charset="0"/>
              </a:rPr>
              <a:t>Développer des composants d’accès aux données SQL &amp; NoSQL</a:t>
            </a:r>
          </a:p>
          <a:p>
            <a:pPr>
              <a:lnSpc>
                <a:spcPct val="150000"/>
              </a:lnSpc>
              <a:buSzPct val="130000"/>
              <a:buBlip>
                <a:blip r:embed="rId2"/>
              </a:buBlip>
            </a:pPr>
            <a:r>
              <a:rPr lang="fr-FR" dirty="0">
                <a:solidFill>
                  <a:srgbClr val="242424"/>
                </a:solidFill>
                <a:latin typeface="Montserrat" pitchFamily="2" charset="0"/>
              </a:rPr>
              <a:t>Communiquer en Anglais &amp; en Français</a:t>
            </a:r>
          </a:p>
          <a:p>
            <a:pPr>
              <a:lnSpc>
                <a:spcPct val="150000"/>
              </a:lnSpc>
              <a:buSzPct val="130000"/>
              <a:buBlip>
                <a:blip r:embed="rId2"/>
              </a:buBlip>
            </a:pPr>
            <a:r>
              <a:rPr lang="fr-FR" dirty="0">
                <a:solidFill>
                  <a:srgbClr val="242424"/>
                </a:solidFill>
                <a:latin typeface="Montserrat" pitchFamily="2" charset="0"/>
              </a:rPr>
              <a:t>Mettre en œuvre une démarche de résolution de problème</a:t>
            </a:r>
          </a:p>
          <a:p>
            <a:pPr>
              <a:lnSpc>
                <a:spcPct val="150000"/>
              </a:lnSpc>
              <a:buSzPct val="130000"/>
              <a:buBlip>
                <a:blip r:embed="rId2"/>
              </a:buBlip>
            </a:pPr>
            <a:r>
              <a:rPr lang="fr-FR" dirty="0">
                <a:solidFill>
                  <a:srgbClr val="242424"/>
                </a:solidFill>
                <a:latin typeface="Montserrat" pitchFamily="2" charset="0"/>
              </a:rPr>
              <a:t>Apprendre en continu</a:t>
            </a:r>
          </a:p>
          <a:p>
            <a:pPr>
              <a:lnSpc>
                <a:spcPct val="150000"/>
              </a:lnSpc>
              <a:buSzPct val="130000"/>
              <a:buBlip>
                <a:blip r:embed="rId2"/>
              </a:buBlip>
            </a:pPr>
            <a:endParaRPr lang="fr-FR" sz="2400" dirty="0">
              <a:solidFill>
                <a:srgbClr val="242424"/>
              </a:solidFill>
              <a:latin typeface="Montserrat" pitchFamily="2" charset="0"/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2F6B8D-365C-D2CE-E48D-7D8D7B752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93363-F590-45AC-8E3E-DCA2078822BB}" type="datetime1">
              <a:rPr lang="fr-FR" smtClean="0"/>
              <a:t>12/10/2026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E54116-41A2-E8FD-2D10-843F5F9CD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Rafet ZITOUNE - Présentation Projet Fil Rouge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B36135D-A55F-D9E6-BFEC-3E7A3F225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5897-ABDE-4941-8729-45760B67655B}" type="slidenum">
              <a:rPr lang="fr-FR" smtClean="0"/>
              <a:t>5</a:t>
            </a:fld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E3F578AF-2D93-DB48-B605-4D0B9F737ADA}"/>
              </a:ext>
            </a:extLst>
          </p:cNvPr>
          <p:cNvSpPr/>
          <p:nvPr/>
        </p:nvSpPr>
        <p:spPr>
          <a:xfrm>
            <a:off x="838200" y="1825625"/>
            <a:ext cx="9869129" cy="1999123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CD071E75-7DAA-2F6D-B13E-E0AA7EF4E772}"/>
              </a:ext>
            </a:extLst>
          </p:cNvPr>
          <p:cNvSpPr/>
          <p:nvPr/>
        </p:nvSpPr>
        <p:spPr>
          <a:xfrm>
            <a:off x="838199" y="3869594"/>
            <a:ext cx="9869128" cy="639097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42A51CEA-F8CA-1770-8E70-E0C1F4948CC7}"/>
              </a:ext>
            </a:extLst>
          </p:cNvPr>
          <p:cNvSpPr/>
          <p:nvPr/>
        </p:nvSpPr>
        <p:spPr>
          <a:xfrm>
            <a:off x="838199" y="4553538"/>
            <a:ext cx="9869129" cy="153263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6E3580B-E8A3-678A-7B44-E87AA6D8FFD4}"/>
              </a:ext>
            </a:extLst>
          </p:cNvPr>
          <p:cNvSpPr txBox="1"/>
          <p:nvPr/>
        </p:nvSpPr>
        <p:spPr>
          <a:xfrm>
            <a:off x="11011272" y="2615159"/>
            <a:ext cx="503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Montserrat" pitchFamily="2" charset="0"/>
              </a:rPr>
              <a:t>A1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1E36A59-FA28-3AC9-6172-E0C101DC9C4C}"/>
              </a:ext>
            </a:extLst>
          </p:cNvPr>
          <p:cNvSpPr txBox="1"/>
          <p:nvPr/>
        </p:nvSpPr>
        <p:spPr>
          <a:xfrm>
            <a:off x="10972800" y="4001294"/>
            <a:ext cx="580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Montserrat" pitchFamily="2" charset="0"/>
              </a:rPr>
              <a:t>A2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CFA4704-060F-46C3-6BB9-CBB295359EB2}"/>
              </a:ext>
            </a:extLst>
          </p:cNvPr>
          <p:cNvSpPr txBox="1"/>
          <p:nvPr/>
        </p:nvSpPr>
        <p:spPr>
          <a:xfrm>
            <a:off x="10975765" y="5178822"/>
            <a:ext cx="579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Montserrat" pitchFamily="2" charset="0"/>
              </a:rPr>
              <a:t>A3</a:t>
            </a:r>
          </a:p>
        </p:txBody>
      </p:sp>
    </p:spTree>
    <p:extLst>
      <p:ext uri="{BB962C8B-B14F-4D97-AF65-F5344CB8AC3E}">
        <p14:creationId xmlns:p14="http://schemas.microsoft.com/office/powerpoint/2010/main" val="3554018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9" grpId="0" animBg="1"/>
      <p:bldP spid="10" grpId="0" animBg="1"/>
      <p:bldP spid="11" grpId="0"/>
      <p:bldP spid="14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ED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6AF910-FB69-09FF-DA3A-F354BCF7E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C8F9-08EF-8431-3F76-D4DD60123F9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C9A9A6"/>
            </a:solidFill>
          </a:ln>
        </p:spPr>
        <p:txBody>
          <a:bodyPr/>
          <a:lstStyle/>
          <a:p>
            <a:r>
              <a:rPr lang="fr-FR" dirty="0">
                <a:solidFill>
                  <a:srgbClr val="465A63"/>
                </a:solidFill>
                <a:latin typeface="Bodoni Moda 11pt" pitchFamily="2" charset="0"/>
              </a:rPr>
              <a:t>Contexte du fil rouge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82DC02-70D8-3E51-6447-B3A9C9CB4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SzPct val="130000"/>
              <a:buBlip>
                <a:blip r:embed="rId3"/>
              </a:buBlip>
            </a:pPr>
            <a:r>
              <a:rPr lang="fr-FR" sz="2400" dirty="0">
                <a:solidFill>
                  <a:srgbClr val="242424"/>
                </a:solidFill>
                <a:latin typeface="Montserrat" pitchFamily="2" charset="0"/>
              </a:rPr>
              <a:t> Mise en situation professionnelle permettant la construction d’une application en plusieurs étapes</a:t>
            </a:r>
          </a:p>
          <a:p>
            <a:pPr>
              <a:lnSpc>
                <a:spcPct val="150000"/>
              </a:lnSpc>
              <a:buSzPct val="130000"/>
              <a:buBlip>
                <a:blip r:embed="rId3"/>
              </a:buBlip>
            </a:pPr>
            <a:r>
              <a:rPr lang="fr-FR" sz="2400" dirty="0">
                <a:solidFill>
                  <a:srgbClr val="242424"/>
                </a:solidFill>
                <a:latin typeface="Montserrat" pitchFamily="2" charset="0"/>
              </a:rPr>
              <a:t> Se déroule en parallèle des apprentissages</a:t>
            </a:r>
          </a:p>
          <a:p>
            <a:pPr>
              <a:lnSpc>
                <a:spcPct val="150000"/>
              </a:lnSpc>
              <a:buSzPct val="130000"/>
              <a:buBlip>
                <a:blip r:embed="rId3"/>
              </a:buBlip>
            </a:pPr>
            <a:r>
              <a:rPr lang="fr-FR" sz="2400" dirty="0">
                <a:solidFill>
                  <a:srgbClr val="242424"/>
                </a:solidFill>
                <a:latin typeface="Montserrat" pitchFamily="2" charset="0"/>
              </a:rPr>
              <a:t> Objectifs : </a:t>
            </a:r>
          </a:p>
          <a:p>
            <a:pPr lvl="1">
              <a:lnSpc>
                <a:spcPct val="150000"/>
              </a:lnSpc>
              <a:buSzPct val="130000"/>
              <a:buBlip>
                <a:blip r:embed="rId3"/>
              </a:buBlip>
            </a:pPr>
            <a:r>
              <a:rPr lang="fr-FR" sz="2000" dirty="0">
                <a:solidFill>
                  <a:srgbClr val="242424"/>
                </a:solidFill>
                <a:latin typeface="Montserrat" pitchFamily="2" charset="0"/>
              </a:rPr>
              <a:t> Renforcement de la pratique professionnelle</a:t>
            </a:r>
          </a:p>
          <a:p>
            <a:pPr lvl="1">
              <a:lnSpc>
                <a:spcPct val="150000"/>
              </a:lnSpc>
              <a:buSzPct val="130000"/>
              <a:buBlip>
                <a:blip r:embed="rId3"/>
              </a:buBlip>
            </a:pPr>
            <a:r>
              <a:rPr lang="fr-FR" sz="2000" dirty="0">
                <a:solidFill>
                  <a:srgbClr val="242424"/>
                </a:solidFill>
                <a:latin typeface="Montserrat" pitchFamily="2" charset="0"/>
              </a:rPr>
              <a:t> Développement des aptitudes professionnelles</a:t>
            </a:r>
          </a:p>
          <a:p>
            <a:pPr lvl="1">
              <a:lnSpc>
                <a:spcPct val="150000"/>
              </a:lnSpc>
              <a:buSzPct val="130000"/>
              <a:buBlip>
                <a:blip r:embed="rId3"/>
              </a:buBlip>
            </a:pPr>
            <a:r>
              <a:rPr lang="fr-FR" sz="2000" dirty="0">
                <a:solidFill>
                  <a:srgbClr val="242424"/>
                </a:solidFill>
                <a:latin typeface="Montserrat" pitchFamily="2" charset="0"/>
              </a:rPr>
              <a:t> Capacité à travailler en équipe même en situation de stress</a:t>
            </a:r>
          </a:p>
          <a:p>
            <a:pPr lvl="1">
              <a:lnSpc>
                <a:spcPct val="150000"/>
              </a:lnSpc>
              <a:buSzPct val="130000"/>
              <a:buBlip>
                <a:blip r:embed="rId3"/>
              </a:buBlip>
            </a:pPr>
            <a:endParaRPr lang="fr-FR" sz="2000" dirty="0">
              <a:solidFill>
                <a:srgbClr val="242424"/>
              </a:solidFill>
              <a:latin typeface="Montserrat" pitchFamily="2" charset="0"/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4FE810-9410-513A-85A5-672A6A914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93363-F590-45AC-8E3E-DCA2078822BB}" type="datetime1">
              <a:rPr lang="fr-FR" smtClean="0"/>
              <a:t>12/10/2026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F4EE37-8849-D81B-7A27-F49FD59F4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Rafet ZITOUNE - Présentation Projet Fil Rouge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7CD3D9-FE7D-B841-1581-5B6623E36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85897-ABDE-4941-8729-45760B67655B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598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289</Words>
  <Application>Microsoft Office PowerPoint</Application>
  <PresentationFormat>Grand écran</PresentationFormat>
  <Paragraphs>56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Bodoni Moda 11pt</vt:lpstr>
      <vt:lpstr>Montserrat</vt:lpstr>
      <vt:lpstr>Thème Office</vt:lpstr>
      <vt:lpstr>Conception &amp; développement d’une plateforme de recettes</vt:lpstr>
      <vt:lpstr>Sommaire</vt:lpstr>
      <vt:lpstr>Présentation personnelle</vt:lpstr>
      <vt:lpstr>Formation Concepteur développeur d’applications</vt:lpstr>
      <vt:lpstr>Liste des compétences évaluées </vt:lpstr>
      <vt:lpstr>Contexte du fil rouge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Rafet Zitoune</dc:creator>
  <cp:lastModifiedBy>Rafet Zitoune</cp:lastModifiedBy>
  <cp:revision>2</cp:revision>
  <dcterms:created xsi:type="dcterms:W3CDTF">2026-10-12T11:52:22Z</dcterms:created>
  <dcterms:modified xsi:type="dcterms:W3CDTF">2026-10-12T13:11:24Z</dcterms:modified>
</cp:coreProperties>
</file>